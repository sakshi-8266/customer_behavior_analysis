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23812500" cy="134207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6" d="100"/>
          <a:sy n="46" d="100"/>
        </p:scale>
        <p:origin x="389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08:02:43.822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0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08:02:44.008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0 1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08:19:55.00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08:20:00.46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1 313 24575,'5'-4'0,"1"-1"0,0 2 0,0-1 0,1 1 0,-1-1 0,1 2 0,-1-1 0,1 1 0,0 0 0,9-1 0,12-5 0,29-7 0,0 3 0,114-10 0,-153 20 0,93-16 0,6-1 0,75-8 0,-97 12 0,251-36 0,-328 49 0,0-1 0,-1-1 0,1 0 0,-1-1 0,0-1 0,-1-1 0,0 0 0,20-13 0,-35 20 0,0 0 0,0-1 0,0 1 0,0-1 0,0 0 0,0 1 0,0-1 0,-1 0 0,1 1 0,0-1 0,0 0 0,-1 0 0,1 0 0,0 0 0,-1 0 0,1 0 0,-1 0 0,1 0 0,-1 0 0,1 0 0,-1 0 0,1-2 0,-2 2 0,1 1 0,-1-1 0,0 0 0,1 1 0,-1-1 0,0 1 0,1-1 0,-1 1 0,0-1 0,1 1 0,-1-1 0,0 1 0,0 0 0,0-1 0,0 1 0,1 0 0,-1 0 0,0 0 0,0 0 0,0-1 0,-1 1 0,-9-1 0,-1 1 0,1 0 0,-12 2 0,-31 7 0,0 2 0,-60 22 0,-57 13 0,-319 16 0,474-61 0,-50 4 227,30-3-758,1 2 1,-38 8-1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08:20:05.72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419 1718 24575,'0'-11'0,"2"1"0,-1-1 0,2 1 0,-1 0 0,7-16 0,-4 11 0,0 1 0,3-22 0,14-219 0,-15 138 0,21-527 0,-28 1347 0,-2-312 0,0-323 0,-3-51 0,5-16 0,0-1 0,0 0 0,0 0 0,-1 0 0,1 0 0,0 1 0,0-1 0,-1 0 0,1 0 0,0 0 0,0 0 0,0 0 0,-1 0 0,1 0 0,0 0 0,-1 0 0,1 0 0,0 0 0,0 0 0,-1 0 0,1 0 0,0 0 0,0 0 0,-1 0 0,1 0 0,0 0 0,0 0 0,-1 0 0,1 0 0,0-1 0,0 1 0,0 0 0,-1 0 0,1 0 0,-21-26 0,-13-31 0,-36-81 0,17 30 0,52 106 0,-37-70 0,-67-99 0,102 166 0,-1 0 0,-1-1 0,1 2 0,-1-1 0,1 0 0,-1 1 0,-1 0 0,1 0 0,0 1 0,-1-1 0,-9-3 0,13 6 0,-1 1 0,1-1 0,-1 1 0,1 0 0,0 0 0,-1 0 0,1 0 0,0 1 0,-1-1 0,1 0 0,0 1 0,-1 0 0,1-1 0,0 1 0,0 0 0,0 0 0,0 1 0,0-1 0,0 0 0,0 1 0,0-1 0,0 1 0,0-1 0,1 1 0,-1 0 0,1 0 0,-1 0 0,1 0 0,0 0 0,0 0 0,-2 3 0,-4 8 0,1 1 0,1-1 0,0 1 0,1 0 0,0 0 0,1 0 0,1 1 0,-1 20 0,4 127 0,2-104 0,4 515 0,-7-559 0,1 72 0,-1-83 0,0 0 0,0 0 0,1 1 0,-1-1 0,1 0 0,0 0 0,-1 0 0,3 5 0,-2-8 0,-1 0 0,0 0 0,1 0 0,-1 0 0,0 0 0,1 0 0,-1 0 0,0 0 0,1 0 0,-1 0 0,0 0 0,1 0 0,-1 0 0,0 0 0,0-1 0,1 1 0,-1 0 0,0 0 0,1 0 0,-1 0 0,0-1 0,0 1 0,1 0 0,-1 0 0,0 0 0,0-1 0,0 1 0,1 0 0,-1-1 0,0 1 0,0 0 0,0 0 0,0-1 0,0 1 0,1 0 0,-1-1 0,0 1 0,0 0 0,0-1 0,0 1 0,0 0 0,0-1 0,0 1 0,19-70 0,102-612-723,-36-12-396,-59 469 932,-13 116 10,26-270-774,-37 333-4083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08:20:11.03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4615 1 24565,'514'257'0,"-1028"0"0,1028-514 0,-5643 257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08:20:27.39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23892,'1451'0'0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08:20:29.69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1748 1 24575,'-4'1'0,"0"-1"0,1 1 0,-1 0 0,1 1 0,-1-1 0,1 0 0,-1 1 0,-4 3 0,-19 8 0,-2-6 0,-1-2 0,0-1 0,1-2 0,-44-1 0,41-1 0,0 1 0,1 1 0,-58 12 0,-110 32 0,43-16 0,67-15 0,18-4 0,-78 2 0,66-8 0,-55 14 0,-7 0 0,78-16 0,34-2 0,0 1 0,0 2 0,-44 10 0,42-4-1365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08:20:33.39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23892,'999'93'0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08:20:38.11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176 1 24575,'-8'0'0,"-10"0"0,-10 0 0,-8 0 0,-5 0 0,-4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CF0E4B-DEA0-4B0F-AAFC-30B6F1C67CFE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90563" y="1143000"/>
            <a:ext cx="54768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2957A8-ED09-46C0-B723-F2A388722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6620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2957A8-ED09-46C0-B723-F2A38872252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2393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customXml" Target="../ink/ink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customXml" Target="../ink/ink8.xml"/><Relationship Id="rId18" Type="http://schemas.openxmlformats.org/officeDocument/2006/relationships/image" Target="../media/image15.png"/><Relationship Id="rId3" Type="http://schemas.openxmlformats.org/officeDocument/2006/relationships/customXml" Target="../ink/ink3.xml"/><Relationship Id="rId7" Type="http://schemas.openxmlformats.org/officeDocument/2006/relationships/customXml" Target="../ink/ink5.xml"/><Relationship Id="rId12" Type="http://schemas.openxmlformats.org/officeDocument/2006/relationships/image" Target="../media/image12.png"/><Relationship Id="rId17" Type="http://schemas.openxmlformats.org/officeDocument/2006/relationships/customXml" Target="../ink/ink10.xml"/><Relationship Id="rId2" Type="http://schemas.openxmlformats.org/officeDocument/2006/relationships/image" Target="../media/image7.png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customXml" Target="../ink/ink7.xml"/><Relationship Id="rId5" Type="http://schemas.openxmlformats.org/officeDocument/2006/relationships/customXml" Target="../ink/ink4.xml"/><Relationship Id="rId15" Type="http://schemas.openxmlformats.org/officeDocument/2006/relationships/customXml" Target="../ink/ink9.xml"/><Relationship Id="rId10" Type="http://schemas.openxmlformats.org/officeDocument/2006/relationships/image" Target="../media/image11.png"/><Relationship Id="rId4" Type="http://schemas.openxmlformats.org/officeDocument/2006/relationships/image" Target="../media/image8.png"/><Relationship Id="rId9" Type="http://schemas.openxmlformats.org/officeDocument/2006/relationships/customXml" Target="../ink/ink6.xml"/><Relationship Id="rId1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xact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23812500" cy="134207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BE08FA2-616D-4B6D-A9E2-6AB1598F1506}"/>
                  </a:ext>
                </a:extLst>
              </p14:cNvPr>
              <p14:cNvContentPartPr/>
              <p14:nvPr/>
            </p14:nvContentPartPr>
            <p14:xfrm>
              <a:off x="-456943" y="155080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BE08FA2-616D-4B6D-A9E2-6AB1598F150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519943" y="1488163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46FB867-F070-D2C5-E139-35A5DA9B6C1D}"/>
                  </a:ext>
                </a:extLst>
              </p14:cNvPr>
              <p14:cNvContentPartPr/>
              <p14:nvPr/>
            </p14:nvContentPartPr>
            <p14:xfrm>
              <a:off x="-456943" y="1550803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46FB867-F070-D2C5-E139-35A5DA9B6C1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519943" y="1488163"/>
                <a:ext cx="126000" cy="12600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9E296E6B-114A-EC63-CD76-417B48347B79}"/>
              </a:ext>
            </a:extLst>
          </p:cNvPr>
          <p:cNvSpPr/>
          <p:nvPr/>
        </p:nvSpPr>
        <p:spPr>
          <a:xfrm>
            <a:off x="19822886" y="12344400"/>
            <a:ext cx="3690257" cy="10763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09C734F-2300-8F5B-78DF-39F8886B53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822886" y="12153092"/>
            <a:ext cx="3690257" cy="1105054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xact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812500" cy="1342072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03A1918-E003-DD5A-BBF3-4E89406EC04B}"/>
              </a:ext>
            </a:extLst>
          </p:cNvPr>
          <p:cNvSpPr/>
          <p:nvPr/>
        </p:nvSpPr>
        <p:spPr>
          <a:xfrm>
            <a:off x="19757571" y="11821886"/>
            <a:ext cx="3755572" cy="14205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xact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812500" cy="134207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E4AC00D-770B-5F69-8521-BF395A4E56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01637" y="12148428"/>
            <a:ext cx="4123381" cy="10500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xact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812500" cy="1342072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9763D83-C523-5915-DDB4-FC55290E39DE}"/>
              </a:ext>
            </a:extLst>
          </p:cNvPr>
          <p:cNvSpPr/>
          <p:nvPr/>
        </p:nvSpPr>
        <p:spPr>
          <a:xfrm>
            <a:off x="20056928" y="12485716"/>
            <a:ext cx="3755572" cy="75675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6896BDA-E16B-64C5-8B5F-B2375B5D7967}"/>
                  </a:ext>
                </a:extLst>
              </p14:cNvPr>
              <p14:cNvContentPartPr/>
              <p14:nvPr/>
            </p14:nvContentPartPr>
            <p14:xfrm>
              <a:off x="5061857" y="13060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6896BDA-E16B-64C5-8B5F-B2375B5D796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98857" y="67963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7B41481-35E6-D612-7143-F2138D35708F}"/>
                  </a:ext>
                </a:extLst>
              </p14:cNvPr>
              <p14:cNvContentPartPr/>
              <p14:nvPr/>
            </p14:nvContentPartPr>
            <p14:xfrm>
              <a:off x="20263577" y="12623323"/>
              <a:ext cx="526320" cy="1126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7B41481-35E6-D612-7143-F2138D35708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0200937" y="12560683"/>
                <a:ext cx="651960" cy="23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8DB72D2-95B7-30C0-BCDC-9D12CB899348}"/>
                  </a:ext>
                </a:extLst>
              </p14:cNvPr>
              <p14:cNvContentPartPr/>
              <p14:nvPr/>
            </p14:nvContentPartPr>
            <p14:xfrm>
              <a:off x="22954217" y="12477163"/>
              <a:ext cx="183960" cy="7970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8DB72D2-95B7-30C0-BCDC-9D12CB89934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2891577" y="12414523"/>
                <a:ext cx="309600" cy="92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2896830-F891-F737-CF07-62E709E855B7}"/>
                  </a:ext>
                </a:extLst>
              </p14:cNvPr>
              <p14:cNvContentPartPr/>
              <p14:nvPr/>
            </p14:nvContentPartPr>
            <p14:xfrm>
              <a:off x="21454457" y="12365923"/>
              <a:ext cx="1846800" cy="1854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2896830-F891-F737-CF07-62E709E855B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1391457" y="12302923"/>
                <a:ext cx="1972440" cy="31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82B360F-29D2-D5DF-3725-D106809C0B1C}"/>
                  </a:ext>
                </a:extLst>
              </p14:cNvPr>
              <p14:cNvContentPartPr/>
              <p14:nvPr/>
            </p14:nvContentPartPr>
            <p14:xfrm>
              <a:off x="20802497" y="12523603"/>
              <a:ext cx="52272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82B360F-29D2-D5DF-3725-D106809C0B1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0739857" y="12460603"/>
                <a:ext cx="64836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B8202F42-9EB2-C865-1056-EB8A573983C4}"/>
                  </a:ext>
                </a:extLst>
              </p14:cNvPr>
              <p14:cNvContentPartPr/>
              <p14:nvPr/>
            </p14:nvContentPartPr>
            <p14:xfrm>
              <a:off x="19781897" y="12556723"/>
              <a:ext cx="629280" cy="921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B8202F42-9EB2-C865-1056-EB8A573983C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9719257" y="12494083"/>
                <a:ext cx="754920" cy="21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923A9CEB-4B1D-FB5D-B97A-484C7A53DA8E}"/>
                  </a:ext>
                </a:extLst>
              </p14:cNvPr>
              <p14:cNvContentPartPr/>
              <p14:nvPr/>
            </p14:nvContentPartPr>
            <p14:xfrm>
              <a:off x="20345297" y="12523603"/>
              <a:ext cx="360000" cy="338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923A9CEB-4B1D-FB5D-B97A-484C7A53DA8E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0282297" y="12460603"/>
                <a:ext cx="485640" cy="15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1584CC6-3FB9-5498-6D82-C35E3903F5F0}"/>
                  </a:ext>
                </a:extLst>
              </p14:cNvPr>
              <p14:cNvContentPartPr/>
              <p14:nvPr/>
            </p14:nvContentPartPr>
            <p14:xfrm>
              <a:off x="20641577" y="12475003"/>
              <a:ext cx="6372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1584CC6-3FB9-5498-6D82-C35E3903F5F0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0578577" y="12412363"/>
                <a:ext cx="189360" cy="12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xact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812500" cy="1342072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69CA95C-6CFA-8029-AA81-D8691FFAF2ED}"/>
              </a:ext>
            </a:extLst>
          </p:cNvPr>
          <p:cNvSpPr/>
          <p:nvPr/>
        </p:nvSpPr>
        <p:spPr>
          <a:xfrm>
            <a:off x="19757571" y="11821886"/>
            <a:ext cx="3755572" cy="14205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xact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812500" cy="1342072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ABDA5EC-0E30-143B-29C6-C9E52B6BED42}"/>
              </a:ext>
            </a:extLst>
          </p:cNvPr>
          <p:cNvSpPr/>
          <p:nvPr/>
        </p:nvSpPr>
        <p:spPr>
          <a:xfrm>
            <a:off x="19757571" y="12402589"/>
            <a:ext cx="3755572" cy="83988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xact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812500" cy="1342072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E8772D1-4618-680E-4CF5-A022F6827253}"/>
              </a:ext>
            </a:extLst>
          </p:cNvPr>
          <p:cNvSpPr/>
          <p:nvPr/>
        </p:nvSpPr>
        <p:spPr>
          <a:xfrm>
            <a:off x="19757571" y="11821886"/>
            <a:ext cx="3755572" cy="14205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xact_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3812500" cy="134207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8EFB53B-4379-FA84-0A5E-72AAFA2F4A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21410392" y="11052735"/>
            <a:ext cx="754389" cy="357461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1E1D291-1C03-B2C6-5D44-56FDAF5F4C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21465114" y="10723680"/>
            <a:ext cx="169728" cy="357461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xact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812500" cy="1342072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12D21A-E49B-4529-7F81-9E21A0645DA4}"/>
              </a:ext>
            </a:extLst>
          </p:cNvPr>
          <p:cNvSpPr/>
          <p:nvPr/>
        </p:nvSpPr>
        <p:spPr>
          <a:xfrm>
            <a:off x="19757571" y="11821886"/>
            <a:ext cx="3755572" cy="14205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xact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812500" cy="1342072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5BD1D2D-9ADD-EC35-BE0A-FA72A666E3E0}"/>
              </a:ext>
            </a:extLst>
          </p:cNvPr>
          <p:cNvSpPr/>
          <p:nvPr/>
        </p:nvSpPr>
        <p:spPr>
          <a:xfrm>
            <a:off x="19757571" y="11821886"/>
            <a:ext cx="3755572" cy="14205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3290F35-6E0F-084C-6E61-D6F3AD333F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6732" y="5863620"/>
            <a:ext cx="9299036" cy="16934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D275C69-23F9-7658-F17B-58D00FB7B2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0973" y="6319146"/>
            <a:ext cx="8303332" cy="78242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AC46BA1-CF52-665E-5B05-2B80D0989444}"/>
              </a:ext>
            </a:extLst>
          </p:cNvPr>
          <p:cNvSpPr txBox="1"/>
          <p:nvPr/>
        </p:nvSpPr>
        <p:spPr>
          <a:xfrm>
            <a:off x="9941609" y="6332134"/>
            <a:ext cx="392928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THANK YOU !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7EA7DC0-F53F-3483-7FD6-4AA07D9B37C4}"/>
              </a:ext>
            </a:extLst>
          </p:cNvPr>
          <p:cNvCxnSpPr/>
          <p:nvPr/>
        </p:nvCxnSpPr>
        <p:spPr>
          <a:xfrm>
            <a:off x="9858688" y="7217953"/>
            <a:ext cx="4095124" cy="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25899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4</Words>
  <Application>Microsoft Office PowerPoint</Application>
  <PresentationFormat>Custom</PresentationFormat>
  <Paragraphs>2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Sujal Chaudhary</dc:creator>
  <cp:keywords/>
  <dc:description>generated using python-pptx</dc:description>
  <cp:lastModifiedBy>Sujal Chaudhary</cp:lastModifiedBy>
  <cp:revision>3</cp:revision>
  <dcterms:created xsi:type="dcterms:W3CDTF">2013-01-27T09:14:16Z</dcterms:created>
  <dcterms:modified xsi:type="dcterms:W3CDTF">2026-04-02T08:38:05Z</dcterms:modified>
  <cp:category/>
</cp:coreProperties>
</file>